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>
  <p:sldMasterIdLst>
    <p:sldMasterId id="2147483648" r:id="rId1"/>
  </p:sldMasterIdLst>
  <p:sldSz cx="9144000" cy="6858000" type="screen4x3"/>
  <p:notesSz cx="6858000" cy="9144000"/>
  <p:sldIdLst>
    <p:sldId id="256" r:id="rId2"/>
  </p:sldIdLst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600200"/>
            <a:ext cx="8229600" cy="1143000"/>
          </a:xfrm>
        </p:spPr>
        <p:txBody>
          <a:bodyPr/>
          <a:lstStyle/>
          <a:p>
            <a:r>
              <a:t>Click to edit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bg>
      <p:bgRef idx="1001">
        <a:schemeClr clr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>
        <a:defRPr/>
      </a:lvl1pPr>
    </p:titleStyle>
    <p:bodyStyle>
      <a:lvl1pPr>
        <a:defRPr/>
      </a:lvl1pPr>
    </p:bodyStyle>
    <p:otherStyle>
      <a:lvl1pPr>
        <a:defRPr/>
      </a:lvl1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Sample PPTX Document</a:t>
            </a:r>
          </a:p>
        </p:txBody>
      </p:sp>
    </p:spTree>
  </p:cSld>
  <p:clrMapOvr>
    <a:masterClrMapping/>
  </p:clrMapOvr>
</p:sld>
</file>